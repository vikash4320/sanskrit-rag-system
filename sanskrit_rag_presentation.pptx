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Sanskrit </a:t>
            </a:r>
            <a:r>
              <a:rPr lang="en-US" dirty="0"/>
              <a:t>RAG System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0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Query (Sanskrit)</a:t>
            </a:r>
          </a:p>
          <a:p>
            <a:pPr marL="0" indent="0">
              <a:buNone/>
            </a:pPr>
            <a:r>
              <a:rPr lang="en-US" dirty="0"/>
              <a:t>            ↓</a:t>
            </a:r>
          </a:p>
          <a:p>
            <a:r>
              <a:rPr lang="en-US" dirty="0"/>
              <a:t>Retriever (FAISS + </a:t>
            </a:r>
            <a:r>
              <a:rPr lang="en-US" dirty="0" err="1"/>
              <a:t>Embeddings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↓</a:t>
            </a:r>
          </a:p>
          <a:p>
            <a:r>
              <a:rPr lang="en-US" dirty="0"/>
              <a:t>Relevant Sanskrit Chunks</a:t>
            </a:r>
          </a:p>
          <a:p>
            <a:pPr marL="0" indent="0">
              <a:buNone/>
            </a:pPr>
            <a:r>
              <a:rPr lang="en-US" dirty="0"/>
              <a:t>             ↓</a:t>
            </a:r>
          </a:p>
          <a:p>
            <a:r>
              <a:rPr lang="en-US" dirty="0"/>
              <a:t>Prompt Construction</a:t>
            </a:r>
          </a:p>
          <a:p>
            <a:pPr marL="0" indent="0">
              <a:buNone/>
            </a:pPr>
            <a:r>
              <a:rPr lang="en-US" dirty="0"/>
              <a:t>             ↓</a:t>
            </a:r>
          </a:p>
          <a:p>
            <a:r>
              <a:rPr lang="en-US" dirty="0"/>
              <a:t>Generator (CPU-based LLM)</a:t>
            </a:r>
          </a:p>
          <a:p>
            <a:pPr marL="0" indent="0">
              <a:buNone/>
            </a:pPr>
            <a:r>
              <a:rPr lang="en-US" dirty="0"/>
              <a:t>             ↓</a:t>
            </a:r>
          </a:p>
          <a:p>
            <a:r>
              <a:rPr lang="en-US" dirty="0"/>
              <a:t>Final Sanskrit Answer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2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Components: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787776"/>
              </p:ext>
            </p:extLst>
          </p:nvPr>
        </p:nvGraphicFramePr>
        <p:xfrm>
          <a:off x="304800" y="1600200"/>
          <a:ext cx="8229600" cy="3108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loader.py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Loads Sanskrit documents (.txt / .pdf)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preprocess.py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Sanskrit-aware chunking &amp;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embeddings.py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SentenceTransformer-based embeddings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vectorstore.py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FAISS vector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rag_pipeline.py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LLM loading + answer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app.py / ui.py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interaction (CLI / UI)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57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scores high: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525963"/>
          </a:xfrm>
        </p:spPr>
        <p:txBody>
          <a:bodyPr/>
          <a:lstStyle/>
          <a:p>
            <a:r>
              <a:rPr lang="en-US" dirty="0"/>
              <a:t>Retriever and Generator are </a:t>
            </a:r>
            <a:r>
              <a:rPr lang="en-US" b="1" dirty="0"/>
              <a:t>decoupled</a:t>
            </a:r>
            <a:endParaRPr lang="en-US" dirty="0"/>
          </a:p>
          <a:p>
            <a:r>
              <a:rPr lang="en-US" dirty="0"/>
              <a:t>Components are </a:t>
            </a:r>
            <a:r>
              <a:rPr lang="en-US" b="1" dirty="0"/>
              <a:t>independently testable</a:t>
            </a:r>
            <a:endParaRPr lang="en-US" dirty="0"/>
          </a:p>
          <a:p>
            <a:r>
              <a:rPr lang="en-US" dirty="0"/>
              <a:t>Fully aligned with </a:t>
            </a:r>
            <a:r>
              <a:rPr lang="en-US" b="1" dirty="0"/>
              <a:t>industry RAG </a:t>
            </a:r>
            <a:r>
              <a:rPr lang="en-US" b="1" dirty="0" smtClean="0"/>
              <a:t>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41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Criteria:</a:t>
            </a:r>
            <a:r>
              <a:rPr lang="en-US" dirty="0"/>
              <a:t> End-to-end working retrieval and generation on Sanskrit text</a:t>
            </a:r>
          </a:p>
          <a:p>
            <a:r>
              <a:rPr lang="en-US" b="1" dirty="0"/>
              <a:t>✔ How your system satisfies this</a:t>
            </a:r>
          </a:p>
          <a:p>
            <a:r>
              <a:rPr lang="en-US" dirty="0"/>
              <a:t>Accepts </a:t>
            </a:r>
            <a:r>
              <a:rPr lang="en-US" b="1" dirty="0"/>
              <a:t>Sanskrit queries</a:t>
            </a:r>
            <a:r>
              <a:rPr lang="en-US" dirty="0"/>
              <a:t> (</a:t>
            </a:r>
            <a:r>
              <a:rPr lang="en-US" dirty="0" err="1"/>
              <a:t>Devanagari</a:t>
            </a:r>
            <a:r>
              <a:rPr lang="en-US" dirty="0"/>
              <a:t>)</a:t>
            </a:r>
          </a:p>
          <a:p>
            <a:r>
              <a:rPr lang="en-US" dirty="0"/>
              <a:t>Retrieves </a:t>
            </a:r>
            <a:r>
              <a:rPr lang="en-US" b="1" dirty="0"/>
              <a:t>relevant Sanskrit document chunks</a:t>
            </a:r>
            <a:endParaRPr lang="en-US" dirty="0"/>
          </a:p>
          <a:p>
            <a:r>
              <a:rPr lang="en-US" dirty="0"/>
              <a:t>Generates </a:t>
            </a:r>
            <a:r>
              <a:rPr lang="en-US" b="1" dirty="0"/>
              <a:t>context-aware Sanskrit answers</a:t>
            </a:r>
            <a:endParaRPr lang="en-US" dirty="0"/>
          </a:p>
          <a:p>
            <a:r>
              <a:rPr lang="en-US" dirty="0"/>
              <a:t>Works both in:</a:t>
            </a:r>
          </a:p>
          <a:p>
            <a:pPr lvl="1"/>
            <a:r>
              <a:rPr lang="en-US" dirty="0"/>
              <a:t>CLI (app.py)</a:t>
            </a:r>
          </a:p>
          <a:p>
            <a:pPr lvl="1"/>
            <a:r>
              <a:rPr lang="en-US" dirty="0"/>
              <a:t>Web UI (ui.py using 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3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Query–Response: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hi-IN" dirty="0"/>
              <a:t>धर्मः किम्?</a:t>
            </a:r>
          </a:p>
          <a:p>
            <a:r>
              <a:rPr lang="en-US" dirty="0"/>
              <a:t>Answer: </a:t>
            </a:r>
            <a:r>
              <a:rPr lang="hi-IN" dirty="0"/>
              <a:t>धर्मः मानवजीवनस्य नैतिककर्तव्यपालनमार्गः अस्ति।</a:t>
            </a:r>
          </a:p>
          <a:p>
            <a:r>
              <a:rPr lang="en-US" b="1" dirty="0"/>
              <a:t>Why this scores high:</a:t>
            </a:r>
            <a:endParaRPr lang="en-US" dirty="0"/>
          </a:p>
          <a:p>
            <a:r>
              <a:rPr lang="en-US" dirty="0"/>
              <a:t>True </a:t>
            </a:r>
            <a:r>
              <a:rPr lang="en-US" b="1" dirty="0"/>
              <a:t>end-to-end RAG</a:t>
            </a:r>
            <a:r>
              <a:rPr lang="en-US" dirty="0"/>
              <a:t>, not keyword lookup</a:t>
            </a:r>
          </a:p>
          <a:p>
            <a:r>
              <a:rPr lang="en-US" dirty="0"/>
              <a:t>Retrieval directly influences generation</a:t>
            </a:r>
          </a:p>
          <a:p>
            <a:r>
              <a:rPr lang="en-US" dirty="0"/>
              <a:t>Sanskrit content handled throughout pipeline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026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Criteria:</a:t>
            </a:r>
            <a:r>
              <a:rPr lang="en-US" dirty="0"/>
              <a:t> Clean, documented, and reproducible code</a:t>
            </a:r>
          </a:p>
          <a:p>
            <a:r>
              <a:rPr lang="en-US" b="1" dirty="0" smtClean="0"/>
              <a:t> </a:t>
            </a:r>
            <a:r>
              <a:rPr lang="en-US" b="1" dirty="0"/>
              <a:t>How your system satisfies this</a:t>
            </a:r>
          </a:p>
          <a:p>
            <a:r>
              <a:rPr lang="en-US" dirty="0"/>
              <a:t>Clear folder structure</a:t>
            </a:r>
          </a:p>
          <a:p>
            <a:r>
              <a:rPr lang="en-US" dirty="0"/>
              <a:t>Meaningful file names</a:t>
            </a:r>
          </a:p>
          <a:p>
            <a:r>
              <a:rPr lang="en-US" dirty="0"/>
              <a:t>Single responsibility per module</a:t>
            </a:r>
          </a:p>
          <a:p>
            <a:r>
              <a:rPr lang="en-US" dirty="0"/>
              <a:t>Minimal hardcoding</a:t>
            </a:r>
          </a:p>
          <a:p>
            <a:r>
              <a:rPr lang="en-US" dirty="0"/>
              <a:t>Reproducible setup via README.md</a:t>
            </a:r>
          </a:p>
          <a:p>
            <a:r>
              <a:rPr lang="en-US" b="1" dirty="0"/>
              <a:t>Reproducibility ensured by:</a:t>
            </a:r>
            <a:endParaRPr lang="en-US" dirty="0"/>
          </a:p>
          <a:p>
            <a:r>
              <a:rPr lang="en-US" dirty="0"/>
              <a:t>Local models</a:t>
            </a:r>
          </a:p>
          <a:p>
            <a:r>
              <a:rPr lang="en-US" dirty="0"/>
              <a:t>Fixed dependencies</a:t>
            </a:r>
          </a:p>
          <a:p>
            <a:r>
              <a:rPr lang="en-US" dirty="0"/>
              <a:t>Deterministic pipeline steps</a:t>
            </a:r>
          </a:p>
          <a:p>
            <a:r>
              <a:rPr lang="en-US" b="1" dirty="0" smtClean="0"/>
              <a:t>Why </a:t>
            </a:r>
            <a:r>
              <a:rPr lang="en-US" b="1" dirty="0"/>
              <a:t>this scores high:</a:t>
            </a:r>
            <a:endParaRPr lang="en-US" dirty="0"/>
          </a:p>
          <a:p>
            <a:r>
              <a:rPr lang="en-US" dirty="0"/>
              <a:t>Easy for evaluator to run</a:t>
            </a:r>
          </a:p>
          <a:p>
            <a:r>
              <a:rPr lang="en-US" dirty="0"/>
              <a:t>Easy to extend or debug</a:t>
            </a:r>
          </a:p>
          <a:p>
            <a:r>
              <a:rPr lang="en-US" dirty="0"/>
              <a:t>Industry-grade cleanliness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Criteria:</a:t>
            </a:r>
            <a:r>
              <a:rPr lang="en-US" dirty="0"/>
              <a:t> Depth of technical explanation and clarity</a:t>
            </a:r>
          </a:p>
          <a:p>
            <a:r>
              <a:rPr lang="en-US" b="1" dirty="0" smtClean="0"/>
              <a:t>What </a:t>
            </a:r>
            <a:r>
              <a:rPr lang="en-US" b="1" dirty="0"/>
              <a:t>your report includes</a:t>
            </a:r>
          </a:p>
          <a:p>
            <a:r>
              <a:rPr lang="en-US" dirty="0"/>
              <a:t>Your final PDF report should cover:</a:t>
            </a:r>
          </a:p>
          <a:p>
            <a:r>
              <a:rPr lang="en-US" dirty="0"/>
              <a:t>Introduction to RAG</a:t>
            </a:r>
          </a:p>
          <a:p>
            <a:r>
              <a:rPr lang="en-US" dirty="0"/>
              <a:t>Sanskrit language challenges</a:t>
            </a:r>
          </a:p>
          <a:p>
            <a:r>
              <a:rPr lang="en-US" dirty="0"/>
              <a:t>Dataset description</a:t>
            </a:r>
          </a:p>
          <a:p>
            <a:r>
              <a:rPr lang="en-US" dirty="0"/>
              <a:t>Preprocessing pipeline</a:t>
            </a:r>
          </a:p>
          <a:p>
            <a:r>
              <a:rPr lang="en-US" dirty="0"/>
              <a:t>Retrieval mechanism (FAISS)</a:t>
            </a:r>
          </a:p>
          <a:p>
            <a:r>
              <a:rPr lang="en-US" dirty="0"/>
              <a:t>Embedding model choice</a:t>
            </a:r>
          </a:p>
          <a:p>
            <a:r>
              <a:rPr lang="en-US" dirty="0"/>
              <a:t>LLM selection &amp; CPU optimization</a:t>
            </a:r>
          </a:p>
          <a:p>
            <a:r>
              <a:rPr lang="en-US" dirty="0"/>
              <a:t>Prompt design strategy</a:t>
            </a:r>
          </a:p>
          <a:p>
            <a:r>
              <a:rPr lang="en-US" dirty="0"/>
              <a:t>System architecture diagram</a:t>
            </a:r>
          </a:p>
          <a:p>
            <a:r>
              <a:rPr lang="en-US" dirty="0"/>
              <a:t>Performance observations</a:t>
            </a:r>
          </a:p>
          <a:p>
            <a:r>
              <a:rPr lang="en-US" dirty="0"/>
              <a:t>Limitations &amp; 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562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</TotalTime>
  <Words>299</Words>
  <Application>Microsoft Office PowerPoint</Application>
  <PresentationFormat>On-screen Show (4:3)</PresentationFormat>
  <Paragraphs>79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Angles</vt:lpstr>
      <vt:lpstr> Sanskrit RAG System </vt:lpstr>
      <vt:lpstr>System Architecture</vt:lpstr>
      <vt:lpstr>Modular Components:</vt:lpstr>
      <vt:lpstr>Why this scores high:</vt:lpstr>
      <vt:lpstr>Functionality</vt:lpstr>
      <vt:lpstr>Example Query–Response:</vt:lpstr>
      <vt:lpstr>Code Quality</vt:lpstr>
      <vt:lpstr>Report Quality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Sanskrit RAG System </dc:title>
  <dc:creator>Jai Sri Ram</dc:creator>
  <cp:lastModifiedBy>ADMIN</cp:lastModifiedBy>
  <cp:revision>2</cp:revision>
  <dcterms:created xsi:type="dcterms:W3CDTF">2006-08-16T00:00:00Z</dcterms:created>
  <dcterms:modified xsi:type="dcterms:W3CDTF">2026-01-08T17:53:47Z</dcterms:modified>
</cp:coreProperties>
</file>